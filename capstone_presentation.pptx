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Calibri"/>
              </a:rPr>
              <a:t>Earlier checkpoint under PGD-7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PGD accuracy %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eps 0.005</c:v>
                  </c:pt>
                  <c:pt idx="2">
                    <c:v>eps 0.01</c:v>
                  </c:pt>
                  <c:pt idx="3">
                    <c:v>eps 0.02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92.6</c:v>
                </c:pt>
                <c:pt idx="1">
                  <c:v>4.2</c:v>
                </c:pt>
                <c:pt idx="2">
                  <c:v>0.1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8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 with ResNet18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adversarial robustness (FGSM / PGD)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 Capstone | &lt;Name&gt; | &lt;Reg No&gt; | B.Tech CSE (Data Science), MUJ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goal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are cheap to make and hard to spot by eye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frame-level real vs fake classifier on FaceForensics++ frames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goal: test whether the detector survives adversarial attacks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PGD adversarial training as a defense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FF++ frames, split 70/15/15 by source video, 224x224 full frames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ImageNet-pretrained ResNet18, final layer replaced with 2 classes (11.18M params)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Adam lr 1e-4, batch 32, 10 epochs, flip + colour-jitter augmentation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supported: EfficientNet-B0, ViT-B/16 (same train.py)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accuracy, macro P/R/F1, ROC-AUC, FGSM and PGD sweeps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results (1,200 test frames)</a:t>
            </a:r>
            <a:endParaRPr lang="en-US" sz="2800" dirty="0"/>
          </a:p>
        </p:txBody>
      </p:sp>
      <p:pic>
        <p:nvPicPr>
          <p:cNvPr id="4" name="Image 0" descr="/mnt/user-data/outputs/results/resnet18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834640" cy="2834640"/>
          </a:xfrm>
          <a:prstGeom prst="rect">
            <a:avLst/>
          </a:prstGeom>
        </p:spPr>
      </p:pic>
      <p:pic>
        <p:nvPicPr>
          <p:cNvPr id="5" name="Image 1" descr="/mnt/user-data/outputs/results/resnet18_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51560"/>
            <a:ext cx="283464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92240" y="1051560"/>
            <a:ext cx="21945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83680" y="118872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80.1%</a:t>
            </a:r>
            <a:endParaRPr lang="en-US" sz="3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0.849</a:t>
            </a:r>
            <a:endParaRPr lang="en-US" sz="3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 80.0%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recall 87.3% vs real recall 72.8%: the model over-flags real frames (163 false positives vs 76 misses).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finding: accuracy collapses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887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Undefended model falls to ~0% at eps 0.01 (~2.6/255)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rising at large eps is single-step overshoot, not robustness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agrees: undefended detectors hit 0-8% under PGD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to be re-run on the current checkpoint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PGD adversarial training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batch: craft PGD examples (eps 0.01, 3 steps) with model in eval mode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50% clean + 50% adversarial samples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python src/train.py --arch resnet18 --adv --name resnet18_adv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AFSL (2024) lifts Xception from 7.3% to 81.7% under PGD10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cost: some clean accuracy and ~4x training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table: filled after resnet18_adv run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one dataset, full frames, small test set, narrow attack suite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earlier-run (92.6%) vs current-run (80.1%) mismatch; check split leakage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train resnet18_adv, add face crops, cross-dataset test (Celeb-DF), AutoAttack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6 papers (FF++, AFSL, SBI, Effort, ...): see literature xlsx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2026-10-14T23:01:06Z</dcterms:created>
  <dcterms:modified xsi:type="dcterms:W3CDTF">2026-10-14T23:01:06Z</dcterms:modified>
</cp:coreProperties>
</file>